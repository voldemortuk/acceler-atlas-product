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divider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acceler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two-tr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divider-no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nocod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nocode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nocode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nocode-arti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divider-low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lowcod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lowcode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lowcode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lowcode-arti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divider-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rfp-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delivery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